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D4H DATA ANALYSIS AND REPORT WRITING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of Trainers — Day 5: Friday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presentations, evaluation, and certification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54864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263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Sheraton Istanbul City Center · April 2,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9:00–9:30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debrief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785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330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9:30–12:30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report presentations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14:00–15:00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report presentations (cont.)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997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7542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15:30–17:00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7542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guidelines wrap-up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evaluation &amp; wrap-up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9:30–15:00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Report Presentations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presentation + 6 minutes Q&amp;A per team, strictly enforced.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questions using the structure: restate the question, answer with finding / interpretation / recommendation, and say honestly if a question can't be answered from the current data.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can't answer that from this data, but it would be a valuable next analysis' is a strong, credible answer — not a weak one.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completes a written feedback form per team: three strengths, two areas to strengthen.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15:30–16:30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Guidelines Wrap-Up &amp; Certification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CARRYING FORWARD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eight-section report template.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/ interpretation / recommendation discipline.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review rubric, reused again in Phase 6.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1B31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certification conversations: Full Trainer or Co-Facilitator status.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cumulative evidence from the week — facilitation quality, technical mastery, feedback quality.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participant leaves with a status and a dated first action.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16:30–17:00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 Evaluation &amp; Wrap-Up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end-of-training self-efficacy survey (paired with Monday's baseline) and the full-workshop evaluation form.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Post-TOT deliverables due: country-specific data analysis project plan; recommendations for revising workshop materials; final project report submitted for publication.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aloud one specific way you will apply a skill from this week within the next two weeks.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· Côte d'Ivoire · Rwanda · Tanzania — see you in Phase 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2026-09-18T02:10:07Z</dcterms:created>
  <dcterms:modified xsi:type="dcterms:W3CDTF">2026-09-18T02:10:07Z</dcterms:modified>
</cp:coreProperties>
</file>