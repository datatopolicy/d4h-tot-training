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D4H DATA ANALYSIS AND REPORT WRITING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of Trainers — Day 2: Tuesday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census-based rates, and PivotTables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54864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263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Sheraton Istanbul City Center · March 30,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debrief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methodologies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785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330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11:00–12:30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 &amp; rates in Excel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using Excel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using pivot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997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7542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16:00–17:00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7542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analyze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11:00–11:30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&amp; Using Census Data to Calculate Rates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enable fair comparison across districts of different population size — counts alone can mislead.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Inter-censal adjustment: Estimated Population = Census Population × (1 + growth rate) ^ (years elapsed).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(Events ÷ Estimated Population) × Multiplier — per 1,000 for common events, per 100,000 for rarer ones.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event data to population data with INDEX/MATCH — always use the exact-match argument.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12:00–14:30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Statistics: Review &amp; Excel Practice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STATISTICS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mode, standard deviation, quartiles.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mortality data (a few high-burden districts or extreme ages) makes median more representative than mean.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mean vs. median by category to spot skew.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1B31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FUNCTIONS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=AVERAGE()  =MEDIAN()  =MODE.SNGL()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=STDEV.S()  =QUARTILE.INC()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=AVERAGEIF() / =AVERAGEIFS() for group-wise means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file: Mortality_Linelist_Practice.xlsx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15:00–15:30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Using PivotTables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PivotTable areas: Filters, Columns, Rows, Values.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District × Sex two-way table: District to Rows, Sex to Columns, CaseID to Values (set to Count).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Values-area aggregation (Count vs. Average vs. Sum) is a deliberate choice via Value Field Settings — never leave it at the default without checking.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your PivotTable result against a COUNTIFS formula as a validation habit.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16:00–17:00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Analyze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rate-calculation and PivotTable skills to your own priority-topic dataset.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before you leave today: at least one PivotTable-based frequency table and one calculated rate for your own topic.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remaining data-access blockers for tomorrow's facilitator check-in.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IMRAD structure, tables, figures, and maps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2026-09-18T02:09:23Z</dcterms:created>
  <dcterms:modified xsi:type="dcterms:W3CDTF">2026-09-18T02:09:23Z</dcterms:modified>
</cp:coreProperties>
</file>